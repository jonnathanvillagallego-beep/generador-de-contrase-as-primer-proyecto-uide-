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84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5289C3D5-E7F4-42A6-9002-C8F24234D057}" type="datetimeFigureOut">
              <a:rPr lang="es-EC" smtClean="0"/>
              <a:t>17/12/2025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A08F28F0-5BDA-40BD-9C9A-7FCF58BE342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01742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C3D5-E7F4-42A6-9002-C8F24234D057}" type="datetimeFigureOut">
              <a:rPr lang="es-EC" smtClean="0"/>
              <a:t>17/12/2025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F28F0-5BDA-40BD-9C9A-7FCF58BE342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607347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289C3D5-E7F4-42A6-9002-C8F24234D057}" type="datetimeFigureOut">
              <a:rPr lang="es-EC" smtClean="0"/>
              <a:t>17/12/2025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08F28F0-5BDA-40BD-9C9A-7FCF58BE342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42477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C3D5-E7F4-42A6-9002-C8F24234D057}" type="datetimeFigureOut">
              <a:rPr lang="es-EC" smtClean="0"/>
              <a:t>17/12/2025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F28F0-5BDA-40BD-9C9A-7FCF58BE342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9489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C3D5-E7F4-42A6-9002-C8F24234D057}" type="datetimeFigureOut">
              <a:rPr lang="es-EC" smtClean="0"/>
              <a:t>17/12/2025</a:t>
            </a:fld>
            <a:endParaRPr lang="es-EC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F28F0-5BDA-40BD-9C9A-7FCF58BE342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253944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C3D5-E7F4-42A6-9002-C8F24234D057}" type="datetimeFigureOut">
              <a:rPr lang="es-EC" smtClean="0"/>
              <a:t>17/12/2025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F28F0-5BDA-40BD-9C9A-7FCF58BE342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18846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C3D5-E7F4-42A6-9002-C8F24234D057}" type="datetimeFigureOut">
              <a:rPr lang="es-EC" smtClean="0"/>
              <a:t>17/12/2025</a:t>
            </a:fld>
            <a:endParaRPr lang="es-EC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F28F0-5BDA-40BD-9C9A-7FCF58BE342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261756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C3D5-E7F4-42A6-9002-C8F24234D057}" type="datetimeFigureOut">
              <a:rPr lang="es-EC" smtClean="0"/>
              <a:t>17/12/2025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F28F0-5BDA-40BD-9C9A-7FCF58BE342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275326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C3D5-E7F4-42A6-9002-C8F24234D057}" type="datetimeFigureOut">
              <a:rPr lang="es-EC" smtClean="0"/>
              <a:t>17/12/2025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F28F0-5BDA-40BD-9C9A-7FCF58BE342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35913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C3D5-E7F4-42A6-9002-C8F24234D057}" type="datetimeFigureOut">
              <a:rPr lang="es-EC" smtClean="0"/>
              <a:t>17/12/2025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F28F0-5BDA-40BD-9C9A-7FCF58BE342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16890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289C3D5-E7F4-42A6-9002-C8F24234D057}" type="datetimeFigureOut">
              <a:rPr lang="es-EC" smtClean="0"/>
              <a:t>17/12/2025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08F28F0-5BDA-40BD-9C9A-7FCF58BE342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9655213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289C3D5-E7F4-42A6-9002-C8F24234D057}" type="datetimeFigureOut">
              <a:rPr lang="es-EC" smtClean="0"/>
              <a:t>17/12/2025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08F28F0-5BDA-40BD-9C9A-7FCF58BE342F}" type="slidenum">
              <a:rPr lang="es-EC" smtClean="0"/>
              <a:t>‹Nº›</a:t>
            </a:fld>
            <a:endParaRPr lang="es-EC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882668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289C3D5-E7F4-42A6-9002-C8F24234D057}" type="datetimeFigureOut">
              <a:rPr lang="es-EC" smtClean="0"/>
              <a:t>17/12/2025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08F28F0-5BDA-40BD-9C9A-7FCF58BE342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8681478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C3D5-E7F4-42A6-9002-C8F24234D057}" type="datetimeFigureOut">
              <a:rPr lang="es-EC" smtClean="0"/>
              <a:t>17/12/2025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F28F0-5BDA-40BD-9C9A-7FCF58BE342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2367497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C3D5-E7F4-42A6-9002-C8F24234D057}" type="datetimeFigureOut">
              <a:rPr lang="es-EC" smtClean="0"/>
              <a:t>17/12/2025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F28F0-5BDA-40BD-9C9A-7FCF58BE342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374065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C3D5-E7F4-42A6-9002-C8F24234D057}" type="datetimeFigureOut">
              <a:rPr lang="es-EC" smtClean="0"/>
              <a:t>17/12/2025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F28F0-5BDA-40BD-9C9A-7FCF58BE342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7721326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289C3D5-E7F4-42A6-9002-C8F24234D057}" type="datetimeFigureOut">
              <a:rPr lang="es-EC" smtClean="0"/>
              <a:t>17/12/2025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08F28F0-5BDA-40BD-9C9A-7FCF58BE342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90680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89C3D5-E7F4-42A6-9002-C8F24234D057}" type="datetimeFigureOut">
              <a:rPr lang="es-EC" smtClean="0"/>
              <a:t>17/12/2025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8F28F0-5BDA-40BD-9C9A-7FCF58BE342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9573676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E38FF5-0333-7874-7413-771FA0BD73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9414" y="2235200"/>
            <a:ext cx="9144000" cy="2387600"/>
          </a:xfrm>
        </p:spPr>
        <p:txBody>
          <a:bodyPr>
            <a:normAutofit fontScale="90000"/>
          </a:bodyPr>
          <a:lstStyle/>
          <a:p>
            <a:pPr algn="ctr"/>
            <a:r>
              <a:rPr lang="es-EC" dirty="0"/>
              <a:t>Universidad internacional del Ecuador</a:t>
            </a:r>
            <a:br>
              <a:rPr lang="es-EC" dirty="0"/>
            </a:br>
            <a:r>
              <a:rPr lang="es-EC" dirty="0"/>
              <a:t>carrera:</a:t>
            </a:r>
            <a:br>
              <a:rPr lang="es-EC" dirty="0"/>
            </a:br>
            <a:r>
              <a:rPr lang="es-EC" dirty="0"/>
              <a:t>Ingeniería en software</a:t>
            </a:r>
            <a:br>
              <a:rPr lang="es-EC" dirty="0"/>
            </a:br>
            <a:endParaRPr lang="es-EC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D18E6C-EA39-63D5-DB69-37837DCC28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4643" y="3748994"/>
            <a:ext cx="9742714" cy="2387599"/>
          </a:xfrm>
        </p:spPr>
        <p:txBody>
          <a:bodyPr>
            <a:normAutofit/>
          </a:bodyPr>
          <a:lstStyle/>
          <a:p>
            <a:r>
              <a:rPr lang="es-EC" dirty="0"/>
              <a:t>Docente:</a:t>
            </a:r>
          </a:p>
          <a:p>
            <a:r>
              <a:rPr lang="es-EC" dirty="0"/>
              <a:t>Mónica Patricia Salazar Tapia</a:t>
            </a:r>
          </a:p>
          <a:p>
            <a:r>
              <a:rPr lang="es-EC" dirty="0"/>
              <a:t>Estudiante:</a:t>
            </a:r>
          </a:p>
          <a:p>
            <a:r>
              <a:rPr lang="es-EC" dirty="0"/>
              <a:t>Jonnathan Patricio Villa Gallego</a:t>
            </a:r>
          </a:p>
          <a:p>
            <a:endParaRPr lang="es-EC" dirty="0"/>
          </a:p>
          <a:p>
            <a:pPr algn="ctr"/>
            <a:r>
              <a:rPr lang="es-MX" b="0" i="0" dirty="0">
                <a:solidFill>
                  <a:srgbClr val="273540"/>
                </a:solidFill>
                <a:effectLst/>
                <a:highlight>
                  <a:srgbClr val="FFFFFF"/>
                </a:highlight>
                <a:latin typeface="LatoWeb"/>
              </a:rPr>
              <a:t>Evaluación en Contacto con el Docente</a:t>
            </a:r>
            <a:endParaRPr lang="es-EC" dirty="0"/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234879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BBC24F-6580-8132-7966-711D36A9C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2382436"/>
            <a:ext cx="9753600" cy="2093127"/>
          </a:xfrm>
        </p:spPr>
        <p:txBody>
          <a:bodyPr/>
          <a:lstStyle/>
          <a:p>
            <a:r>
              <a:rPr lang="es-EC" dirty="0"/>
              <a:t>Generador de contraseñas </a:t>
            </a:r>
          </a:p>
        </p:txBody>
      </p:sp>
    </p:spTree>
    <p:extLst>
      <p:ext uri="{BB962C8B-B14F-4D97-AF65-F5344CB8AC3E}">
        <p14:creationId xmlns:p14="http://schemas.microsoft.com/office/powerpoint/2010/main" val="2349521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1080ED-E1E8-AEE7-7B29-1566E04D2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610600" cy="1293028"/>
          </a:xfrm>
        </p:spPr>
        <p:txBody>
          <a:bodyPr/>
          <a:lstStyle/>
          <a:p>
            <a:pPr algn="l"/>
            <a:r>
              <a:rPr lang="es-EC" dirty="0"/>
              <a:t>Cronograma 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6B68013-CC10-00FE-442F-40FC828343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9796" y="1110344"/>
            <a:ext cx="10974890" cy="5337859"/>
          </a:xfrm>
        </p:spPr>
      </p:pic>
    </p:spTree>
    <p:extLst>
      <p:ext uri="{BB962C8B-B14F-4D97-AF65-F5344CB8AC3E}">
        <p14:creationId xmlns:p14="http://schemas.microsoft.com/office/powerpoint/2010/main" val="1572845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39B8A-B354-06C8-45B5-D706ED1F5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754085" y="388816"/>
            <a:ext cx="8610600" cy="1293028"/>
          </a:xfrm>
        </p:spPr>
        <p:txBody>
          <a:bodyPr/>
          <a:lstStyle/>
          <a:p>
            <a:r>
              <a:rPr lang="es-EC" dirty="0"/>
              <a:t>Objetivo general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B68E0C-E67F-9567-D52B-8CCA1ED41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1152414" cy="3389811"/>
          </a:xfrm>
        </p:spPr>
        <p:txBody>
          <a:bodyPr/>
          <a:lstStyle/>
          <a:p>
            <a:r>
              <a:rPr lang="es-ES" sz="3500" dirty="0">
                <a:effectLst/>
                <a:latin typeface="Arial MT"/>
                <a:ea typeface="Arial MT"/>
                <a:cs typeface="Arial MT"/>
              </a:rPr>
              <a:t>Desarrollar un generador de contraseñas que genera una combinación aleatoria de números, letras y símbolos para usar como contraseña. Los generadores de contraseñas permiten excluir o incluir ciertos caracteres, lo que permite personalizar la complejidad de la contraseña según las necesidades.</a:t>
            </a:r>
            <a:endParaRPr lang="es-EC" sz="3500" dirty="0">
              <a:effectLst/>
              <a:latin typeface="Arial MT"/>
              <a:ea typeface="Arial MT"/>
              <a:cs typeface="Arial MT"/>
            </a:endParaRPr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514696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A1DE8D-D764-5FE6-757F-AE274CABB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323501"/>
            <a:ext cx="10042071" cy="1766555"/>
          </a:xfrm>
        </p:spPr>
        <p:txBody>
          <a:bodyPr/>
          <a:lstStyle/>
          <a:p>
            <a:r>
              <a:rPr lang="es-EC" dirty="0"/>
              <a:t>Interfaz principal del software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67D4DA8-FAFB-DDFD-4129-E84DE27D1E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86300" y="1930021"/>
            <a:ext cx="4039164" cy="3801005"/>
          </a:xfrm>
        </p:spPr>
      </p:pic>
    </p:spTree>
    <p:extLst>
      <p:ext uri="{BB962C8B-B14F-4D97-AF65-F5344CB8AC3E}">
        <p14:creationId xmlns:p14="http://schemas.microsoft.com/office/powerpoint/2010/main" val="4062909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73DEEA-7A57-882D-4A99-468911874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45672" y="388815"/>
            <a:ext cx="11555186" cy="1586942"/>
          </a:xfrm>
        </p:spPr>
        <p:txBody>
          <a:bodyPr/>
          <a:lstStyle/>
          <a:p>
            <a:r>
              <a:rPr lang="es-EC" dirty="0"/>
              <a:t>Interfaces de interacción con el usuario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7EE76B3-51F7-2055-BFF9-B6D497A64D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1708" y="1364992"/>
            <a:ext cx="3021203" cy="2913559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0B36342-B45C-279F-748A-532E1FF6C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570" y="4531262"/>
            <a:ext cx="2343477" cy="190526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906F0EB-BA7C-54DD-9C2C-DC4EA49A67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3157" y="1328303"/>
            <a:ext cx="3380675" cy="315203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EDD2FEA-2118-626A-27EB-9603EBCA99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7469" y="4714426"/>
            <a:ext cx="3052049" cy="1703268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8D03387C-AD2F-AD78-610D-92E1350276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6735" y="2109914"/>
            <a:ext cx="4080195" cy="391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045581"/>
      </p:ext>
    </p:extLst>
  </p:cSld>
  <p:clrMapOvr>
    <a:masterClrMapping/>
  </p:clrMapOvr>
</p:sld>
</file>

<file path=ppt/theme/theme1.xml><?xml version="1.0" encoding="utf-8"?>
<a:theme xmlns:a="http://schemas.openxmlformats.org/drawingml/2006/main" name="Estela de condensación">
  <a:themeElements>
    <a:clrScheme name="Estela de condensación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Estela de condensación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tela de condensació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TM04033937[[fn=Estela de condensación]]</Template>
  <TotalTime>5793</TotalTime>
  <Words>91</Words>
  <Application>Microsoft Office PowerPoint</Application>
  <PresentationFormat>Panorámica</PresentationFormat>
  <Paragraphs>13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Arial MT</vt:lpstr>
      <vt:lpstr>Century Gothic</vt:lpstr>
      <vt:lpstr>LatoWeb</vt:lpstr>
      <vt:lpstr>Estela de condensación</vt:lpstr>
      <vt:lpstr>Universidad internacional del Ecuador carrera: Ingeniería en software </vt:lpstr>
      <vt:lpstr>Generador de contraseñas </vt:lpstr>
      <vt:lpstr>Cronograma </vt:lpstr>
      <vt:lpstr>Objetivo general</vt:lpstr>
      <vt:lpstr>Interfaz principal del software</vt:lpstr>
      <vt:lpstr>Interfaces de interacción con el usuario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Universidad internacional del Ecuador carrera: Ingeniería en software </dc:title>
  <dc:creator>USER</dc:creator>
  <cp:lastModifiedBy>USER</cp:lastModifiedBy>
  <cp:revision>1</cp:revision>
  <dcterms:created xsi:type="dcterms:W3CDTF">2025-12-17T23:39:24Z</dcterms:created>
  <dcterms:modified xsi:type="dcterms:W3CDTF">2025-12-22T00:13:09Z</dcterms:modified>
</cp:coreProperties>
</file>